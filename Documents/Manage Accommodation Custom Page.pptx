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9" autoAdjust="0"/>
    <p:restoredTop sz="94660"/>
  </p:normalViewPr>
  <p:slideViewPr>
    <p:cSldViewPr snapToGrid="0">
      <p:cViewPr varScale="1">
        <p:scale>
          <a:sx n="149" d="100"/>
          <a:sy n="149" d="100"/>
        </p:scale>
        <p:origin x="61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76F96-89F4-8EDA-7360-58B8D5292A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45370E-7909-F09C-28AA-AAF243B6DD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B57394-A5C7-8C42-F110-E25D68B63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87A6-351D-410B-9749-6DC3BF1B8956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95113C-E97F-F05B-109F-0D997688C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978D24-75DA-E01A-C197-850F394E5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5E91A-F579-4705-BEA6-A13A15C550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3355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403C2-FEA3-5C76-2C82-89F52DF2D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820AE-7961-9812-9FAF-F2EBF3894E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06832D-43A6-6310-F99A-E5CA32838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87A6-351D-410B-9749-6DC3BF1B8956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AF370-52FC-1B46-52B6-EA59AC3F7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DAF488-63D5-CD6E-CD29-A5B2824DA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5E91A-F579-4705-BEA6-A13A15C550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8093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DFFA9-5B30-77A0-DC06-44E42B66E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097E9-3980-4142-1DFA-49EB24DDF9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F6AD27-9AD9-BAD3-EB27-28CCB8681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87A6-351D-410B-9749-6DC3BF1B8956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E5509-E749-5D10-ED57-61A4556EC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3029AE-CB71-B09A-8E44-1B2A407D3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5E91A-F579-4705-BEA6-A13A15C550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9705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8D821-E321-A8B3-86E8-D6E1AE3F6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CCF27-3FCC-8E74-02D9-687D9F0201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018D1C-4E7C-2B1C-D490-CDD5B7BC81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E36A1E-58FB-3FDD-7271-B7ED9E480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87A6-351D-410B-9749-6DC3BF1B8956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3A529B-697F-C169-19DF-22F8E2BA8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C54E9C-58E8-86B0-CC4B-61981BABE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5E91A-F579-4705-BEA6-A13A15C550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9139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AB004-5B68-86C5-C598-ADD7A2D34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273325-4500-4DF9-04E0-E401701EE6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D5298A-D1CC-1BD6-9DE0-4AE25F7052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C0C6AC-25A7-423B-02F6-F20B06547D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1860D6-6431-FF19-20C5-A9C310E2B4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44F0CE-5A6B-03D9-8C37-03F9B1B3D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87A6-351D-410B-9749-6DC3BF1B8956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0FD9C9-7465-184D-0CA6-A0FEBDFDA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E1EE8E-4089-6EC0-4D14-36F841B2A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5E91A-F579-4705-BEA6-A13A15C550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4935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372EF-AE41-CE45-1CB2-DE918EBC3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30FAAD-E2B9-5E5A-7108-3B598125D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87A6-351D-410B-9749-6DC3BF1B8956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8F12E8-2FA9-A947-C4D4-FC6FF5ECC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6FFBA-D58E-2470-22AB-72A88C0F8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5E91A-F579-4705-BEA6-A13A15C550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1836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F7489A-BA60-1AE2-96E6-0B19C3706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87A6-351D-410B-9749-6DC3BF1B8956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732897-3A3B-A836-1422-086346F1B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5B57D8-B4F9-674F-5D90-1FF31CF84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5E91A-F579-4705-BEA6-A13A15C550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4467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95225-82F8-CC36-0FC7-BF620D335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4E3B9-7E32-22AE-E696-A39127688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5CA965-C50E-35AE-9CC9-E75CBBA876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846FE1-B5C4-319B-63EB-CD1D169C2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87A6-351D-410B-9749-6DC3BF1B8956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7119CA-A856-64C3-7654-A8790768C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E46F5A-7705-D2AD-F323-A8C5287DD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5E91A-F579-4705-BEA6-A13A15C550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5021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954CB-CC76-F626-F03F-EB33754AF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71D3EC-537E-C2D4-338D-EAB58F657F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344942-0E6F-53D9-40B4-E41B6109DD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7302CA-531B-2A80-9730-C09CDF60F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87A6-351D-410B-9749-6DC3BF1B8956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0CA819-AA10-CD3D-E608-E00DDA0B7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2450D9-1986-444A-C797-DBD98A86A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5E91A-F579-4705-BEA6-A13A15C550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2485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9E87D-5A18-DDA1-5202-8820751D9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F23660-EA35-D827-1702-0D5A788964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A92E0E-85F8-E5EA-D547-F28A69F4E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87A6-351D-410B-9749-6DC3BF1B8956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99D71-6F51-9E94-E162-4DD032B96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E876E-908E-DFAF-1017-5281065D4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5E91A-F579-4705-BEA6-A13A15C550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6851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73ECED-D4CE-6D0C-0DEB-27F4C942FE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C8171F-7FB8-4BEA-13CC-8F6660BA70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503BC1-DF18-0444-7290-195D84C3C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87A6-351D-410B-9749-6DC3BF1B8956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F665B-93CA-8692-9756-86F32C82D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402D55-50D9-53E2-43AB-24F999873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5E91A-F579-4705-BEA6-A13A15C550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6714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99F2B8-4BE4-FC66-B8AB-A9A6474FD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E5F3B0-48C3-3C5B-2001-0B4826906E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46EBE-14A7-DD2C-1174-0F92EE623D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1087A6-351D-410B-9749-6DC3BF1B8956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F82B0-413D-0E44-A57B-A88C60FCBE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22BFD0-805F-B680-C894-D3D129FE1E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D5E91A-F579-4705-BEA6-A13A15C550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6187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448092F-4028-CA32-1526-CD677122B1D0}"/>
              </a:ext>
            </a:extLst>
          </p:cNvPr>
          <p:cNvSpPr txBox="1"/>
          <p:nvPr/>
        </p:nvSpPr>
        <p:spPr>
          <a:xfrm>
            <a:off x="1636968" y="863245"/>
            <a:ext cx="964915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See recent submissions</a:t>
            </a:r>
          </a:p>
          <a:p>
            <a:r>
              <a:rPr lang="en-GB" dirty="0"/>
              <a:t>Show each booking and the rooms requested for each one</a:t>
            </a:r>
          </a:p>
          <a:p>
            <a:r>
              <a:rPr lang="en-GB" dirty="0"/>
              <a:t>See stats on how many booking per hotel, room type</a:t>
            </a:r>
          </a:p>
          <a:p>
            <a:r>
              <a:rPr lang="en-GB" dirty="0"/>
              <a:t>Allocate 1</a:t>
            </a:r>
            <a:r>
              <a:rPr lang="en-GB" baseline="30000" dirty="0"/>
              <a:t>st</a:t>
            </a:r>
            <a:r>
              <a:rPr lang="en-GB" dirty="0"/>
              <a:t>, 2</a:t>
            </a:r>
            <a:r>
              <a:rPr lang="en-GB" baseline="30000" dirty="0"/>
              <a:t>nd</a:t>
            </a:r>
            <a:r>
              <a:rPr lang="en-GB" dirty="0"/>
              <a:t> and 3</a:t>
            </a:r>
            <a:r>
              <a:rPr lang="en-GB" baseline="30000" dirty="0"/>
              <a:t>rd</a:t>
            </a:r>
            <a:r>
              <a:rPr lang="en-GB" dirty="0"/>
              <a:t> choice hotels</a:t>
            </a:r>
          </a:p>
          <a:p>
            <a:r>
              <a:rPr lang="en-GB" dirty="0"/>
              <a:t>Create a report for each hotel</a:t>
            </a:r>
          </a:p>
          <a:p>
            <a:r>
              <a:rPr lang="en-GB" dirty="0"/>
              <a:t>Create an overall report</a:t>
            </a:r>
          </a:p>
          <a:p>
            <a:r>
              <a:rPr lang="en-GB" dirty="0"/>
              <a:t>Modify bookings (with notes)</a:t>
            </a:r>
          </a:p>
          <a:p>
            <a:r>
              <a:rPr lang="en-GB" dirty="0"/>
              <a:t>Delete bookings (with notes)</a:t>
            </a:r>
          </a:p>
          <a:p>
            <a:r>
              <a:rPr lang="en-GB" dirty="0"/>
              <a:t>Issue a PDF invoice via </a:t>
            </a:r>
            <a:r>
              <a:rPr lang="en-GB" dirty="0" err="1"/>
              <a:t>OneSignal</a:t>
            </a:r>
            <a:r>
              <a:rPr lang="en-GB" dirty="0"/>
              <a:t> Email </a:t>
            </a:r>
            <a:r>
              <a:rPr lang="en-GB" dirty="0" err="1"/>
              <a:t>templaet</a:t>
            </a:r>
            <a:endParaRPr lang="en-GB" dirty="0"/>
          </a:p>
          <a:p>
            <a:r>
              <a:rPr lang="en-GB"/>
              <a:t>Mark </a:t>
            </a:r>
            <a:r>
              <a:rPr lang="en-GB" dirty="0"/>
              <a:t>when rooms have been paid for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22564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Greenwood</dc:creator>
  <cp:lastModifiedBy>Matthew Greenwood</cp:lastModifiedBy>
  <cp:revision>1</cp:revision>
  <dcterms:created xsi:type="dcterms:W3CDTF">2026-05-07T09:27:40Z</dcterms:created>
  <dcterms:modified xsi:type="dcterms:W3CDTF">2026-05-07T09:28:10Z</dcterms:modified>
</cp:coreProperties>
</file>